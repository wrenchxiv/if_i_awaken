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0">
                <a:solidFill>
                  <a:srgbClr val="D4A24C"/>
                </a:solidFill>
                <a:latin typeface="JetBrains Mono"/>
              </a:rPr>
              <a:t>PITCH · IF I AWAKEN IN LOS ANGELES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9525">
            <a:solidFill>
              <a:srgbClr val="D4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173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1">
                <a:solidFill>
                  <a:srgbClr val="F0C674"/>
                </a:solidFill>
                <a:latin typeface="Playfair Display"/>
              </a:rPr>
              <a:t>If I Awaken in Los Angeles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CE4D4"/>
                </a:solidFill>
                <a:latin typeface="Archivo"/>
              </a:rPr>
              <a:t>An immersive 100-minute theatre experience that walks 150 guests through seven built environments — Hollywood Boulevard, Boyle Heights, Asian LA, Black LA, Folk LA, The Stage, The Real LA — across a single warehouse studio in the Arts District.</a:t>
            </a:r>
          </a:p>
          <a:p>
            <a:pPr algn="l"/>
            <a:r>
              <a:rPr sz="1800" b="0" i="0">
                <a:solidFill>
                  <a:srgbClr val="ECE4D4"/>
                </a:solidFill>
                <a:latin typeface="Archivo"/>
              </a:rPr>
              <a:t/>
            </a:r>
          </a:p>
          <a:p>
            <a:pPr algn="l"/>
            <a:r>
              <a:rPr sz="1800" b="0" i="0">
                <a:solidFill>
                  <a:srgbClr val="ECE4D4"/>
                </a:solidFill>
                <a:latin typeface="Archivo"/>
              </a:rPr>
              <a:t>One audience. One continuous journey. A live Tour Guide, two poets, five dancers, and a five-piece jazz band moving with you through each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A89C84"/>
                </a:solidFill>
                <a:latin typeface="Playfair Display"/>
              </a:rPr>
              <a:t>"The real LA is in this room."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6263640"/>
            <a:ext cx="1828800" cy="0"/>
          </a:xfrm>
          <a:prstGeom prst="line">
            <a:avLst/>
          </a:prstGeom>
          <a:ln w="9525">
            <a:solidFill>
              <a:srgbClr val="D4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D4A24C"/>
                </a:solidFill>
                <a:latin typeface="JetBrains Mono"/>
              </a:rPr>
              <a:t>DIRECTION  ANDREW SCOVILLE   ·   COMPOSITION  DERRICK HODGE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0">
                <a:solidFill>
                  <a:srgbClr val="D4A24C"/>
                </a:solidFill>
                <a:latin typeface="JetBrains Mono"/>
              </a:rPr>
              <a:t>02 · THE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9525">
            <a:solidFill>
              <a:srgbClr val="D4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F0C674"/>
                </a:solidFill>
                <a:latin typeface="Playfair Display"/>
              </a:rPr>
              <a:t>Seven neighborhoods, one continuous walk.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CE4D4"/>
                </a:solidFill>
                <a:latin typeface="Archivo"/>
              </a:rPr>
              <a:t>The audience never sits down until the finale. They start on Hollywood Boulevard — a 110-foot LED wall, dancers as tourists, the Walk of Fame underfoot. The wall pivots to street-level faces; the tour breaks open. They follow into Boyle Heights — a tianguis with stone tables and a band stage where two poets meet across a generation. Through a Chinatown gate into the arc of five Asian neighborhoods — Chinatown, Little Tokyo, Koreatown, Historic Filipinotown, Thai Town — one rapper-poet walking the line as each town's stage lights in turn. A church wall opens into Black LA across a century — gospel choir, swing dance at Dunbar, a hip-hop cypher, a Leimert Park drum circle. A knock at a door becomes Folk LA — a Laurel Canyon living room, the band joining the audience on the floor for a sing-along. Then The Stage — a classical proscenium, the only seated room, a finale that earns its formality. And finally The Real LA — a return to the opening corridor, the LED wall now a mosaic of the audience's own faces.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00800"/>
            <a:ext cx="1828800" cy="0"/>
          </a:xfrm>
          <a:prstGeom prst="line">
            <a:avLst/>
          </a:prstGeom>
          <a:ln w="9525">
            <a:solidFill>
              <a:srgbClr val="D4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6492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D4A24C"/>
                </a:solidFill>
                <a:latin typeface="JetBrains Mono"/>
              </a:rPr>
              <a:t>EVERY SPACE: ITS OWN SCENIC REGISTER · ITS OWN CAST · ITS OWN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0">
                <a:solidFill>
                  <a:srgbClr val="D4A24C"/>
                </a:solidFill>
                <a:latin typeface="JetBrains Mono"/>
              </a:rPr>
              <a:t>03 · AT SCALE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9525">
            <a:solidFill>
              <a:srgbClr val="D4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F0C674"/>
                </a:solidFill>
                <a:latin typeface="Playfair Display"/>
              </a:rPr>
              <a:t>A show built for the city it is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30,100 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68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Raw studio · Arts District, Los Angeles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834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EXPOSED BRICK · STEEL · CONCRETE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46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Guests per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11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WALKING · IMMERSIVE · SINGLE-DIRECTION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100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023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89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SEVEN SPACES · ONE CONTINUOUS ARC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12 /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00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Performances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166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TUESDAY THROUGH SUNDAY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14+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577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Production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943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JUNE 2026 — AUGUST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D4A24C"/>
                </a:solidFill>
                <a:latin typeface="Playfair Display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4D4"/>
                </a:solidFill>
                <a:latin typeface="Archivo"/>
              </a:rPr>
              <a:t>Built environments plus a lobby that doubles as theatre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6720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A89C84"/>
                </a:solidFill>
                <a:latin typeface="JetBrains Mono"/>
              </a:rPr>
              <a:t>ARTS DISTRICT · LOS ANGELES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nu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0">
                <a:solidFill>
                  <a:srgbClr val="F0C674"/>
                </a:solidFill>
                <a:latin typeface="JetBrains Mono"/>
              </a:rPr>
              <a:t>04 · THE ROOM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9525">
            <a:solidFill>
              <a:srgbClr val="F0C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4173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1">
                <a:solidFill>
                  <a:srgbClr val="F0C674"/>
                </a:solidFill>
                <a:latin typeface="Playfair Display"/>
              </a:rPr>
              <a:t>A studio in the Arts District.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CE4D4"/>
                </a:solidFill>
                <a:latin typeface="Archivo"/>
              </a:rPr>
              <a:t>One block from the river. Under the 6th Street Bridge. With downtown looking on. The show isn't about Los Angeles — it's inside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